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317F"/>
    <a:srgbClr val="3A1256"/>
    <a:srgbClr val="49166C"/>
    <a:srgbClr val="44235B"/>
    <a:srgbClr val="613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C2588-F9A1-4847-9B44-8F337CAC6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17D53-A38A-4F29-BEF3-0DB2D39AC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A93F8-2BF9-482B-BF67-0A4BFCC1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1D18-AE2B-47A9-A83B-6C814712F46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327E9-34B8-47C9-BD0D-E0BBCEBBC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FEA8A-0FC4-45C6-B57D-A1B4950D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9301-8D11-40A6-8120-2A3DE67F5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52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A244-D31C-443A-A1FE-BFD261483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59CDB-600E-4FE5-8510-FD5820570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84647-9056-456D-9917-3A6B347D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1D18-AE2B-47A9-A83B-6C814712F46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F9715-D803-445F-9158-F7EF49A8E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8C177-5E11-4E7D-A0EF-62BB0BC8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9301-8D11-40A6-8120-2A3DE67F5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0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53CF-0FC9-45A3-B6DC-990570063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5F72F-43E6-4AC4-B1CE-B28CC2F67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124FA-C5A2-42E8-9697-1D59B7D1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1D18-AE2B-47A9-A83B-6C814712F46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DEDAF-6B2B-487E-B0B2-4A58D197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F2272-F527-42FF-8CBE-B4E1058D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9301-8D11-40A6-8120-2A3DE67F5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52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2BA80-4109-405C-8AC6-F0B089676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A761E-D751-4382-999E-806FD02B6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78702-7388-419D-B516-C6598FCE3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57B83-C2B7-4D42-8238-E56A4201B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1D18-AE2B-47A9-A83B-6C814712F46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9E051-3288-4309-960B-54189ADD8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22802-A12C-4760-AA5C-7867EDE3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9301-8D11-40A6-8120-2A3DE67F5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6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6F04C-1B81-4E0A-AD44-9C81D2CD3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6ACD1-2169-49F6-B52E-7D4F274F7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0497B-F6C5-4BEE-BAF1-48906DC6D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7DDED5-D2FD-4584-8546-CFF242D4A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0C92E3-578B-4124-87FE-6FFA5325A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5DEB0-1376-4084-8F5E-C3C9BD1A8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1D18-AE2B-47A9-A83B-6C814712F46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ACB055-7A0D-4516-B008-A4D88FEA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7ACD7-418A-4B66-8E6A-6C0EA1BC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9301-8D11-40A6-8120-2A3DE67F5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9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63A0-270B-43D1-ACB9-C6E16D1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2352C6-65E0-4F08-9B1D-5ACF388BC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1D18-AE2B-47A9-A83B-6C814712F46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4F4B2-DCCF-4D8C-B20C-4D80F7F01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46414-3946-42DC-94E2-771B7D33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9301-8D11-40A6-8120-2A3DE67F5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AB59FD-EC29-4298-8CF0-FFF7F84AB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1D18-AE2B-47A9-A83B-6C814712F46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AD5CF3-3541-4035-8C8C-16831EE8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2E0E8-02C6-49BF-B331-4242805E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9301-8D11-40A6-8120-2A3DE67F5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D1A0-D585-4274-A320-A21339B8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62A78-2500-4DFA-AAAD-6C5B0E278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D9036-D733-4649-B8FF-E5823546F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60C3B-0FE9-4161-84D2-EFDB6A77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1D18-AE2B-47A9-A83B-6C814712F46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4BB70-BDFC-4C6A-94BD-11DDC583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96482-ACD2-4B17-9C98-9573E8B6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9301-8D11-40A6-8120-2A3DE67F5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9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4DC1-06C7-4F0A-971E-6E9DED37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32D46-8F5D-4C2E-94B3-B82ED5D25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A4677-EC37-44B5-9AAB-3A51296F4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5FF73-FBC6-4971-8E46-1DA41F69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1D18-AE2B-47A9-A83B-6C814712F46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EE289-D4B4-4B44-B0DE-C12A8C5A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99E4F-C09B-44EC-800E-FD22A5DD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9301-8D11-40A6-8120-2A3DE67F5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61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F27AF-20D5-4ECC-BE44-EE74247A6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7EFFB-7107-4F8A-BEF3-258528FD0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46946-E0C3-477A-B2E4-4BD2DB59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1D18-AE2B-47A9-A83B-6C814712F46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FF286-F259-4B70-B9D4-7A00BC797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848F8-996D-468C-8150-690368B3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9301-8D11-40A6-8120-2A3DE67F5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0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85E0D7-D872-43C4-991A-868C83B13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644A8-46AC-4466-A3FB-8DDA4FE47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E3137-A6C9-4196-88CF-437C1FB29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E1D18-AE2B-47A9-A83B-6C814712F46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6E5D4-F9D7-424F-8A33-CF243E911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67AEC-7701-49A6-A31F-BC49F4B7C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F9301-8D11-40A6-8120-2A3DE67F5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7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1864D-5CB6-4438-9665-80C12D481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C9742-0B28-4CCA-B655-3039C21B2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8C516-72FE-4C1F-9679-52CACEB63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E1D18-AE2B-47A9-A83B-6C814712F46C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A704B-BE26-4517-B6B4-1A6CDFD69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B18F4-BD68-40D1-839D-F89E98F67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F9301-8D11-40A6-8120-2A3DE67F5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12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A4A5885-3FB5-46B0-AD91-BDD3A753AB0E}"/>
              </a:ext>
            </a:extLst>
          </p:cNvPr>
          <p:cNvSpPr txBox="1"/>
          <p:nvPr/>
        </p:nvSpPr>
        <p:spPr>
          <a:xfrm>
            <a:off x="1220374" y="2945434"/>
            <a:ext cx="9751251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sz="4800" dirty="0">
                <a:solidFill>
                  <a:srgbClr val="49256A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Sterling Silver*Gold Filled</a:t>
            </a:r>
            <a:br>
              <a:rPr lang="en-US" sz="4800" dirty="0">
                <a:solidFill>
                  <a:srgbClr val="49256A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</a:br>
            <a:r>
              <a:rPr lang="en-US" sz="4800" dirty="0">
                <a:solidFill>
                  <a:srgbClr val="49256A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Wire Wrap creations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6C057-C9A3-4D81-990E-83D0C63E9EB8}"/>
              </a:ext>
            </a:extLst>
          </p:cNvPr>
          <p:cNvSpPr txBox="1"/>
          <p:nvPr/>
        </p:nvSpPr>
        <p:spPr>
          <a:xfrm>
            <a:off x="2555049" y="1622650"/>
            <a:ext cx="719855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>
                <a:rot lat="0" lon="0" rev="5400000"/>
              </a:lightRig>
            </a:scene3d>
            <a:sp3d extrusionH="57150">
              <a:bevelT w="50800" h="50800"/>
              <a:contourClr>
                <a:schemeClr val="tx1"/>
              </a:contourClr>
            </a:sp3d>
          </a:bodyPr>
          <a:lstStyle/>
          <a:p>
            <a:pPr algn="ctr"/>
            <a:r>
              <a:rPr lang="en-US" sz="3600" dirty="0">
                <a:solidFill>
                  <a:srgbClr val="60317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Jewelry</a:t>
            </a:r>
          </a:p>
        </p:txBody>
      </p:sp>
    </p:spTree>
    <p:extLst>
      <p:ext uri="{BB962C8B-B14F-4D97-AF65-F5344CB8AC3E}">
        <p14:creationId xmlns:p14="http://schemas.microsoft.com/office/powerpoint/2010/main" val="251368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E82005-63FC-4CEE-987E-4DFCE75201AA}"/>
              </a:ext>
            </a:extLst>
          </p:cNvPr>
          <p:cNvSpPr txBox="1"/>
          <p:nvPr/>
        </p:nvSpPr>
        <p:spPr>
          <a:xfrm>
            <a:off x="2555049" y="1622650"/>
            <a:ext cx="7198551" cy="1107996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prstMaterial="matte"/>
        </p:spPr>
        <p:txBody>
          <a:bodyPr wrap="square" rtlCol="0">
            <a:spAutoFit/>
            <a:scene3d>
              <a:camera prst="orthographicFront"/>
              <a:lightRig rig="flood" dir="t">
                <a:rot lat="0" lon="0" rev="6600000"/>
              </a:lightRig>
            </a:scene3d>
            <a:sp3d extrusionH="57150">
              <a:bevelT w="50800" h="50800"/>
              <a:contourClr>
                <a:schemeClr val="tx1"/>
              </a:contourClr>
            </a:sp3d>
          </a:bodyPr>
          <a:lstStyle/>
          <a:p>
            <a:pPr algn="ctr"/>
            <a:r>
              <a:rPr lang="en-US" sz="6600" dirty="0">
                <a:solidFill>
                  <a:srgbClr val="3A12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Jewelry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9EF8C-1B48-4718-9AA8-ACBC5B1614ED}"/>
              </a:ext>
            </a:extLst>
          </p:cNvPr>
          <p:cNvSpPr txBox="1"/>
          <p:nvPr/>
        </p:nvSpPr>
        <p:spPr>
          <a:xfrm>
            <a:off x="1220374" y="392199"/>
            <a:ext cx="7198551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ood" dir="t">
                <a:rot lat="0" lon="0" rev="6600000"/>
              </a:lightRig>
            </a:scene3d>
            <a:sp3d extrusionH="57150">
              <a:bevelT w="50800" h="50800"/>
              <a:contourClr>
                <a:schemeClr val="tx1"/>
              </a:contourClr>
            </a:sp3d>
          </a:bodyPr>
          <a:lstStyle/>
          <a:p>
            <a:pPr algn="ctr"/>
            <a:r>
              <a:rPr lang="en-US" sz="6600" dirty="0">
                <a:solidFill>
                  <a:srgbClr val="49166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Jewelry</a:t>
            </a:r>
          </a:p>
        </p:txBody>
      </p:sp>
    </p:spTree>
    <p:extLst>
      <p:ext uri="{BB962C8B-B14F-4D97-AF65-F5344CB8AC3E}">
        <p14:creationId xmlns:p14="http://schemas.microsoft.com/office/powerpoint/2010/main" val="784442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15</Words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Baskerville Old Face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2026-06-18T17:53:21Z</dcterms:created>
  <dcterms:modified xsi:type="dcterms:W3CDTF">2026-06-19T18:38:09Z</dcterms:modified>
</cp:coreProperties>
</file>